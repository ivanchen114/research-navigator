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21396960" cy="30266640"/>
  <p:notesSz cx="30266640" cy="2139696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松山高中  |  研究方法與專題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6824960" y="457200"/>
            <a:ext cx="3657600" cy="640080"/>
          </a:xfrm>
          <a:prstGeom prst="roundRect">
            <a:avLst>
              <a:gd name="adj" fmla="val 21429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824960" y="457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研究海報模板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99339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9489400"/>
            <a:ext cx="3200400" cy="548640"/>
          </a:xfrm>
          <a:prstGeom prst="rect">
            <a:avLst/>
          </a:prstGeom>
          <a:solidFill>
            <a:srgbClr val="1A478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489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A1 #1  |  左側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993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研究標題（請置換）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1993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作者  |  班級  |  日期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31520" y="4754880"/>
            <a:ext cx="1993392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512064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120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194560" y="512064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為什麼研究這個？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80160" y="6309360"/>
            <a:ext cx="18836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說明研究動機與背景，為什麼想探討這個主題。</a:t>
            </a:r>
            <a:endParaRPr lang="en-US" sz="2400" dirty="0"/>
          </a:p>
          <a:p>
            <a:pPr marL="342900" indent="-342900">
              <a:lnSpc>
                <a:spcPct val="16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指出此主題的重要性或影響。</a:t>
            </a:r>
            <a:endParaRPr lang="en-US" sz="2400" dirty="0"/>
          </a:p>
          <a:p>
            <a:pPr marL="342900" indent="-342900">
              <a:lnSpc>
                <a:spcPct val="16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簡述希望透過研究帶來的了解或改變。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31520" y="9966960"/>
            <a:ext cx="19933920" cy="3200400"/>
          </a:xfrm>
          <a:prstGeom prst="roundRect">
            <a:avLst>
              <a:gd name="adj" fmla="val 4286"/>
            </a:avLst>
          </a:prstGeom>
          <a:solidFill>
            <a:srgbClr val="F0F9FB"/>
          </a:solidFill>
          <a:ln w="19050">
            <a:solidFill>
              <a:srgbClr val="BAE6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1033272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10332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194560" y="1033272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研究問題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80160" y="11521440"/>
            <a:ext cx="18836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請在此清楚寫下你要回答的研究問題（一句話）。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731520" y="13990320"/>
            <a:ext cx="19933920" cy="777240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1435608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1435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2194560" y="1435608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文獻發現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1097280" y="15544800"/>
            <a:ext cx="6217920" cy="2926080"/>
          </a:xfrm>
          <a:prstGeom prst="roundRect">
            <a:avLst>
              <a:gd name="adj" fmla="val 3125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158191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關鍵點 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71600" y="164592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文獻中的重要發現或重點。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589520" y="15544800"/>
            <a:ext cx="6217920" cy="2926080"/>
          </a:xfrm>
          <a:prstGeom prst="roundRect">
            <a:avLst>
              <a:gd name="adj" fmla="val 3125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158191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關鍵點 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863840" y="164592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文獻中的重要發現或重點。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4081760" y="15544800"/>
            <a:ext cx="6217920" cy="2926080"/>
          </a:xfrm>
          <a:prstGeom prst="roundRect">
            <a:avLst>
              <a:gd name="adj" fmla="val 3125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356080" y="158191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關鍵點 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4356080" y="164592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文獻中的重要發現或重點。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97280" y="19019520"/>
            <a:ext cx="19202400" cy="2194560"/>
          </a:xfrm>
          <a:prstGeom prst="roundRect">
            <a:avLst>
              <a:gd name="adj" fmla="val 4167"/>
            </a:avLst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80160" y="19202400"/>
            <a:ext cx="1883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研究缺口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280160" y="19659600"/>
            <a:ext cx="1883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8350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目前研究尚未解決的問題或不足之處，本研究將嘗試填補這個缺口。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31520" y="21945600"/>
            <a:ext cx="19933920" cy="795528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7280" y="2231136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38" name="Text 36"/>
          <p:cNvSpPr/>
          <p:nvPr/>
        </p:nvSpPr>
        <p:spPr>
          <a:xfrm>
            <a:off x="1097280" y="22311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2194560" y="2231136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研究方法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1097280" y="23500080"/>
            <a:ext cx="4617720" cy="3291840"/>
          </a:xfrm>
          <a:prstGeom prst="roundRect">
            <a:avLst>
              <a:gd name="adj" fmla="val 2778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80160" y="237744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280160" y="2450592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採用的研究設計或方法類型。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989320" y="23500080"/>
            <a:ext cx="4617720" cy="3291840"/>
          </a:xfrm>
          <a:prstGeom prst="roundRect">
            <a:avLst>
              <a:gd name="adj" fmla="val 2778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237744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對象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172200" y="2450592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研究對象或樣本說明。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881360" y="23500080"/>
            <a:ext cx="4617720" cy="3291840"/>
          </a:xfrm>
          <a:prstGeom prst="roundRect">
            <a:avLst>
              <a:gd name="adj" fmla="val 2778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064240" y="237744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11064240" y="2450592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使用的工具或資料來源。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5773400" y="23500080"/>
            <a:ext cx="4617720" cy="3291840"/>
          </a:xfrm>
          <a:prstGeom prst="roundRect">
            <a:avLst>
              <a:gd name="adj" fmla="val 2778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956280" y="237744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15956280" y="2450592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研究步驟或進行方式。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097280" y="27432000"/>
            <a:ext cx="35478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7280" y="27432000"/>
            <a:ext cx="3547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確認問題與目標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690872" y="27432000"/>
            <a:ext cx="274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A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55" name="Shape 53"/>
          <p:cNvSpPr/>
          <p:nvPr/>
        </p:nvSpPr>
        <p:spPr>
          <a:xfrm>
            <a:off x="5010912" y="27432000"/>
            <a:ext cx="35478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10912" y="27432000"/>
            <a:ext cx="3547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文獻蒐集與整理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604504" y="27432000"/>
            <a:ext cx="274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A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58" name="Shape 56"/>
          <p:cNvSpPr/>
          <p:nvPr/>
        </p:nvSpPr>
        <p:spPr>
          <a:xfrm>
            <a:off x="8924544" y="27432000"/>
            <a:ext cx="35478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24544" y="27432000"/>
            <a:ext cx="3547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資料收集與處理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2518136" y="27432000"/>
            <a:ext cx="274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A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61" name="Shape 59"/>
          <p:cNvSpPr/>
          <p:nvPr/>
        </p:nvSpPr>
        <p:spPr>
          <a:xfrm>
            <a:off x="12838176" y="27432000"/>
            <a:ext cx="35478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2838176" y="27432000"/>
            <a:ext cx="3547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分析方法與驗證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16431768" y="27432000"/>
            <a:ext cx="274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A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64" name="Shape 62"/>
          <p:cNvSpPr/>
          <p:nvPr/>
        </p:nvSpPr>
        <p:spPr>
          <a:xfrm>
            <a:off x="16751808" y="27432000"/>
            <a:ext cx="35478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6751808" y="27432000"/>
            <a:ext cx="3547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結果呈現與討論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松山高中  |  研究方法與專題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6824960" y="457200"/>
            <a:ext cx="3657600" cy="640080"/>
          </a:xfrm>
          <a:prstGeom prst="roundRect">
            <a:avLst>
              <a:gd name="adj" fmla="val 21429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824960" y="457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研究海報模板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99339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9489400"/>
            <a:ext cx="3200400" cy="548640"/>
          </a:xfrm>
          <a:prstGeom prst="rect">
            <a:avLst/>
          </a:prstGeom>
          <a:solidFill>
            <a:srgbClr val="1A478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489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A1 #2  |  右側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19933920" cy="1005840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01168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194560" y="201168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核心呈現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80160" y="3017520"/>
            <a:ext cx="1883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請放置最能呈現研究發現的核心視覺——量化（問卷/實驗/觀察）放圖表；訪談放主題編碼表或關鍵 quote；文獻分析放概念圖或編碼矩陣。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97280" y="3840480"/>
            <a:ext cx="11887200" cy="7315200"/>
          </a:xfrm>
          <a:prstGeom prst="roundRect">
            <a:avLst>
              <a:gd name="adj" fmla="val 1875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097280" y="3840480"/>
            <a:ext cx="11887200" cy="731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核心呈現放置區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圖表  /  💬 quote  /  🧭 概念圖  /  📋 編碼表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3258800" y="3840480"/>
            <a:ext cx="7040880" cy="4389120"/>
          </a:xfrm>
          <a:prstGeom prst="roundRect">
            <a:avLst>
              <a:gd name="adj" fmla="val 3125"/>
            </a:avLst>
          </a:prstGeom>
          <a:solidFill>
            <a:srgbClr val="F0F9FB"/>
          </a:solidFill>
          <a:ln w="19050">
            <a:solidFill>
              <a:srgbClr val="BA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41680" y="4023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重點說明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441680" y="4572000"/>
            <a:ext cx="6858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1-2 句話說明這個視覺呈現的重點。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強調最關鍵的趨勢／差異／發現。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可標註資料來源或備註。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258800" y="8412480"/>
            <a:ext cx="7040880" cy="2743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13258800" y="8412480"/>
            <a:ext cx="7040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 / 影像放置區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1520" y="11887200"/>
            <a:ext cx="1993392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1225296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1225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2194560" y="1225296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主要發現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1097280" y="13441680"/>
            <a:ext cx="6217920" cy="2560320"/>
          </a:xfrm>
          <a:prstGeom prst="roundRect">
            <a:avLst>
              <a:gd name="adj" fmla="val 3571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135788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 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80160" y="141732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在此填寫本研究的重點發現。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89520" y="13441680"/>
            <a:ext cx="6217920" cy="2560320"/>
          </a:xfrm>
          <a:prstGeom prst="roundRect">
            <a:avLst>
              <a:gd name="adj" fmla="val 3571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135788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 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772400" y="141732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在此填寫本研究的重點發現。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4081760" y="13441680"/>
            <a:ext cx="6217920" cy="2560320"/>
          </a:xfrm>
          <a:prstGeom prst="roundRect">
            <a:avLst>
              <a:gd name="adj" fmla="val 3571"/>
            </a:avLst>
          </a:prstGeom>
          <a:solidFill>
            <a:srgbClr val="F0F9FB"/>
          </a:solidFill>
          <a:ln w="12700">
            <a:solidFill>
              <a:srgbClr val="BAE6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264640" y="135788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 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4264640" y="141732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在此填寫本研究的重點發現。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1520" y="16642080"/>
            <a:ext cx="19933920" cy="3657600"/>
          </a:xfrm>
          <a:prstGeom prst="roundRect">
            <a:avLst>
              <a:gd name="adj" fmla="val 3750"/>
            </a:avLst>
          </a:prstGeom>
          <a:solidFill>
            <a:srgbClr val="F0F9FB"/>
          </a:solidFill>
          <a:ln w="19050">
            <a:solidFill>
              <a:srgbClr val="BAE6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7280" y="1700784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35" name="Text 33"/>
          <p:cNvSpPr/>
          <p:nvPr/>
        </p:nvSpPr>
        <p:spPr>
          <a:xfrm>
            <a:off x="1097280" y="17007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⑥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2194560" y="1700784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1280160" y="18196560"/>
            <a:ext cx="18836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請在此直接回答你的研究問題。</a:t>
            </a:r>
            <a:endParaRPr lang="en-US" sz="22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綜合你的研究結果，清楚說明主要結論與意義，並呼應研究問題或假設。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31520" y="20482560"/>
            <a:ext cx="1993392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7280" y="20848320"/>
            <a:ext cx="822960" cy="822960"/>
          </a:xfrm>
          <a:prstGeom prst="ellipse">
            <a:avLst/>
          </a:prstGeom>
          <a:solidFill>
            <a:srgbClr val="1A4789"/>
          </a:solidFill>
          <a:ln/>
        </p:spPr>
      </p:sp>
      <p:sp>
        <p:nvSpPr>
          <p:cNvPr id="40" name="Text 38"/>
          <p:cNvSpPr/>
          <p:nvPr/>
        </p:nvSpPr>
        <p:spPr>
          <a:xfrm>
            <a:off x="1097280" y="20848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⑦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2194560" y="2084832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限制與未來建議</a:t>
            </a:r>
            <a:endParaRPr lang="en-US" sz="3000" dirty="0"/>
          </a:p>
        </p:txBody>
      </p:sp>
      <p:sp>
        <p:nvSpPr>
          <p:cNvPr id="42" name="Shape 40"/>
          <p:cNvSpPr/>
          <p:nvPr/>
        </p:nvSpPr>
        <p:spPr>
          <a:xfrm>
            <a:off x="1097280" y="22037040"/>
            <a:ext cx="9418320" cy="2103120"/>
          </a:xfrm>
          <a:prstGeom prst="roundRect">
            <a:avLst>
              <a:gd name="adj" fmla="val 3478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80160" y="2217420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研究限制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280160" y="2267712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7C2D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說明本研究可能存在的限制或不足之處。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7C2D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例如樣本數、研究設計、時間或資源等限制。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10881360" y="22037040"/>
            <a:ext cx="9418320" cy="2103120"/>
          </a:xfrm>
          <a:prstGeom prst="roundRect">
            <a:avLst>
              <a:gd name="adj" fmla="val 3478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064240" y="2217420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未來建議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11064240" y="2267712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提出後續研究可改進的方向。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453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建議更完整研究、擴大樣本或不同方法驗證等。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31520" y="24505920"/>
            <a:ext cx="978408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80160" y="248716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參考文獻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1280160" y="25786080"/>
            <a:ext cx="9418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[1] 作者（年份）。文獻標題。期刊名稱，卷（期），頁碼。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[2] 作者（年份）。文獻標題。期刊名稱，卷（期），頁碼。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[3] 作者（年份）。文獻標題。期刊名稱，卷（期），頁碼。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（請依據實際使用的引用格式調整）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881360" y="24505920"/>
            <a:ext cx="978408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064240" y="25054560"/>
            <a:ext cx="3200400" cy="3200400"/>
          </a:xfrm>
          <a:prstGeom prst="rect">
            <a:avLst/>
          </a:prstGeom>
          <a:solidFill>
            <a:srgbClr val="1F293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064240" y="2505456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QR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14721840" y="2523744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QR Code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47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延伸閱讀  /  原始資料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14721840" y="268833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 QR Code 連結至完整研究的原始資料壓縮檔（規準五）。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松山高中 研究方法與專題 · 研究海報模板</dc:title>
  <dc:subject>PptxGenJS Presentation</dc:subject>
  <dc:creator>松山高中</dc:creator>
  <cp:lastModifiedBy>松山高中</cp:lastModifiedBy>
  <cp:revision>1</cp:revision>
  <dcterms:created xsi:type="dcterms:W3CDTF">2026-05-02T16:18:35Z</dcterms:created>
  <dcterms:modified xsi:type="dcterms:W3CDTF">2026-05-02T16:18:35Z</dcterms:modified>
</cp:coreProperties>
</file>