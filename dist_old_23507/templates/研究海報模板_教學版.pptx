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21396960" cy="30266640"/>
  <p:notesSz cx="30266640" cy="213969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松山高中  |  研究方法與專題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0" y="457200"/>
            <a:ext cx="3657600" cy="640080"/>
          </a:xfrm>
          <a:prstGeom prst="roundRect">
            <a:avLst>
              <a:gd name="adj" fmla="val 21429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2496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研究海報模板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993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solidFill>
            <a:srgbClr val="1A47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#1  |  左側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993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研究標題（請置換）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993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  |  班級  |  日期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1993392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512064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120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94560" y="51206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為什麼研究這個？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5910560" y="52578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910560" y="5257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規準一 · 前言 · 15%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6309360"/>
            <a:ext cx="18836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說明研究動機與背景，為什麼想探討這個主題。</a:t>
            </a:r>
            <a:endParaRPr lang="en-US" sz="24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指出此主題的重要性或影響。</a:t>
            </a:r>
            <a:endParaRPr lang="en-US" sz="24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簡述希望透過研究帶來的了解或改變。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31520" y="9966960"/>
            <a:ext cx="19933920" cy="3200400"/>
          </a:xfrm>
          <a:prstGeom prst="roundRect">
            <a:avLst>
              <a:gd name="adj" fmla="val 4286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1033272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10332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194560" y="1033272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5910560" y="104698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910560" y="10469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規準一 · 前言 · 15%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11521440"/>
            <a:ext cx="1883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請在此清楚寫下你要回答的研究問題（一句話）。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31520" y="13990320"/>
            <a:ext cx="19933920" cy="77724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1435608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1435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2194560" y="1435608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文獻發現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5910560" y="144932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910560" y="1449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規準二 · 文獻探討 · 15%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7160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58952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86384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08176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35608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435608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97280" y="19019520"/>
            <a:ext cx="19202400" cy="219456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0160" y="19202400"/>
            <a:ext cx="1883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研究缺口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280160" y="19659600"/>
            <a:ext cx="1883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835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目前研究尚未解決的問題或不足之處，本研究將嘗試填補這個缺口。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31520" y="21945600"/>
            <a:ext cx="19933920" cy="795528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2231136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44" name="Text 42"/>
          <p:cNvSpPr/>
          <p:nvPr/>
        </p:nvSpPr>
        <p:spPr>
          <a:xfrm>
            <a:off x="1097280" y="22311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2194560" y="2231136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</a:t>
            </a:r>
            <a:endParaRPr lang="en-US" sz="3000" dirty="0"/>
          </a:p>
        </p:txBody>
      </p:sp>
      <p:sp>
        <p:nvSpPr>
          <p:cNvPr id="46" name="Shape 44"/>
          <p:cNvSpPr/>
          <p:nvPr/>
        </p:nvSpPr>
        <p:spPr>
          <a:xfrm>
            <a:off x="15910560" y="224485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910560" y="22448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規準三 · 研究方法 · 10%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9728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28016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採用的研究設計或方法類型。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98932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17220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研究對象或樣本說明。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88136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06424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1106424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使用的工具或資料來源。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577340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95628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1595628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研究步驟或進行方式。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97280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97280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確認問題與目標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690872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5010912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10912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文獻蒐集與整理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604504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6" name="Shape 64"/>
          <p:cNvSpPr/>
          <p:nvPr/>
        </p:nvSpPr>
        <p:spPr>
          <a:xfrm>
            <a:off x="8924544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4544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資料收集與處理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12518136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9" name="Shape 67"/>
          <p:cNvSpPr/>
          <p:nvPr/>
        </p:nvSpPr>
        <p:spPr>
          <a:xfrm>
            <a:off x="12838176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838176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分析方法與驗證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6431768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72" name="Shape 70"/>
          <p:cNvSpPr/>
          <p:nvPr/>
        </p:nvSpPr>
        <p:spPr>
          <a:xfrm>
            <a:off x="16751808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751808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結果呈現與討論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松山高中  |  研究方法與專題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0" y="457200"/>
            <a:ext cx="3657600" cy="640080"/>
          </a:xfrm>
          <a:prstGeom prst="roundRect">
            <a:avLst>
              <a:gd name="adj" fmla="val 21429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2496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研究海報模板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993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solidFill>
            <a:srgbClr val="1A47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#2  |  右側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9933920" cy="100584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1168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核心呈現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910560" y="21488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規準四 · 研究分析與詮釋 · 20%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1883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請放置最能呈現研究發現的核心視覺——量化（問卷/實驗/觀察）放圖表；訪談放主題編碼表或關鍵 quote；文獻分析放概念圖或編碼矩陣。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7280" y="3840480"/>
            <a:ext cx="11887200" cy="7315200"/>
          </a:xfrm>
          <a:prstGeom prst="roundRect">
            <a:avLst>
              <a:gd name="adj" fmla="val 1875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097280" y="3840480"/>
            <a:ext cx="1188720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核心呈現放置區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圖表  /  💬 quote  /  🧭 概念圖  /  📋 編碼表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3258800" y="3840480"/>
            <a:ext cx="7040880" cy="438912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重點說明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441680" y="4572000"/>
            <a:ext cx="6858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1-2 句話說明這個視覺呈現的重點。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強調最關鍵的趨勢／差異／發現。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可標註資料來源或備註。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258800" y="8412480"/>
            <a:ext cx="70408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3258800" y="8412480"/>
            <a:ext cx="7040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 / 影像放置區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11887200"/>
            <a:ext cx="1993392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1225296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1225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194560" y="1225296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主要發現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5910560" y="123901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910560" y="12390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規準四 · 研究分析與詮釋 · 20%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728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8016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8952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77240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08176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26464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26464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1520" y="16642080"/>
            <a:ext cx="19933920" cy="3657600"/>
          </a:xfrm>
          <a:prstGeom prst="roundRect">
            <a:avLst>
              <a:gd name="adj" fmla="val 3750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1700784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17007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2194560" y="170078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3000" dirty="0"/>
          </a:p>
        </p:txBody>
      </p:sp>
      <p:sp>
        <p:nvSpPr>
          <p:cNvPr id="41" name="Shape 39"/>
          <p:cNvSpPr/>
          <p:nvPr/>
        </p:nvSpPr>
        <p:spPr>
          <a:xfrm>
            <a:off x="15910560" y="171450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910560" y="17145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規準六 · 結論與建議 · 20%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80160" y="18196560"/>
            <a:ext cx="1883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請在此直接回答你的研究問題。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綜合你的研究結果，清楚說明主要結論與意義，並呼應研究問題或假設。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731520" y="20482560"/>
            <a:ext cx="199339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2084832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46" name="Text 44"/>
          <p:cNvSpPr/>
          <p:nvPr/>
        </p:nvSpPr>
        <p:spPr>
          <a:xfrm>
            <a:off x="1097280" y="20848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2194560" y="2084832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限制與未來建議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15910560" y="209854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910560" y="20985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規準六 · 結論與建議 · 20%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097280" y="22037040"/>
            <a:ext cx="941832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80160" y="2217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研究限制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1280160" y="22677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說明本研究可能存在的限制或不足之處。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例如樣本數、研究設計、時間或資源等限制。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0881360" y="22037040"/>
            <a:ext cx="9418320" cy="2103120"/>
          </a:xfrm>
          <a:prstGeom prst="roundRect">
            <a:avLst>
              <a:gd name="adj" fmla="val 347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64240" y="2217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未來建議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11064240" y="22677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提出後續研究可改進的方向。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建議更完整研究、擴大樣本或不同方法驗證等。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31520" y="24505920"/>
            <a:ext cx="97840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80160" y="248716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</a:t>
            </a:r>
            <a:endParaRPr lang="en-US" sz="2600" dirty="0"/>
          </a:p>
        </p:txBody>
      </p:sp>
      <p:sp>
        <p:nvSpPr>
          <p:cNvPr id="58" name="Shape 56"/>
          <p:cNvSpPr/>
          <p:nvPr/>
        </p:nvSpPr>
        <p:spPr>
          <a:xfrm>
            <a:off x="5760720" y="250088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2500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規準七 · 文獻、格式、倫理 · 10%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280160" y="25786080"/>
            <a:ext cx="9418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[1]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[2]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[3]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（請依據實際使用的引用格式調整）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881360" y="24505920"/>
            <a:ext cx="97840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910560" y="250088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910560" y="2500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規準五 · 資料完整性 · 10%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1064240" y="25054560"/>
            <a:ext cx="3200400" cy="3200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64240" y="250545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14721840" y="252374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延伸閱讀  /  原始資料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14721840" y="268833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 QR Code 連結至完整研究的原始資料壓縮檔（規準五）。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松山高中 研究方法與專題 · 研究海報模板</dc:title>
  <dc:subject>PptxGenJS Presentation</dc:subject>
  <dc:creator>松山高中</dc:creator>
  <cp:lastModifiedBy>松山高中</cp:lastModifiedBy>
  <cp:revision>1</cp:revision>
  <dcterms:created xsi:type="dcterms:W3CDTF">2026-05-02T16:18:35Z</dcterms:created>
  <dcterms:modified xsi:type="dcterms:W3CDTF">2026-05-02T16:18:35Z</dcterms:modified>
</cp:coreProperties>
</file>